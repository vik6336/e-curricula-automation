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6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4152" y="457200"/>
            <a:ext cx="3840480" cy="5943600"/>
          </a:xfrm>
          <a:prstGeom prst="rect">
            <a:avLst/>
          </a:prstGeom>
          <a:solidFill>
            <a:srgbClr val="142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57032" y="274320"/>
            <a:ext cx="3657600" cy="59436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4232" y="5486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 i="0">
                <a:solidFill>
                  <a:srgbClr val="1E355F"/>
                </a:solidFill>
                <a:latin typeface="Calibr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CurriculAI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80360"/>
            <a:ext cx="329184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0BEC5"/>
                </a:solidFill>
                <a:latin typeface="Calibri"/>
              </a:rPr>
              <a:t>From SLO to Slide — in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657600"/>
            <a:ext cx="73152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B0BEC5"/>
                </a:solidFill>
                <a:latin typeface="Calibri"/>
              </a:rPr>
              <a:t>AI-powered course content automation for faculty.
No more manual slides. No more wasted weekends.</a:t>
            </a:r>
            <a:endParaRPr lang="en-US" sz="1500" b="0" i="0" dirty="0">
              <a:solidFill>
                <a:srgbClr val="B0BEC5"/>
              </a:solidFill>
              <a:latin typeface="Calibri"/>
            </a:endParaRPr>
          </a:p>
          <a:p>
            <a:pPr algn="l"/>
            <a:endParaRPr lang="en-US" sz="1500" dirty="0">
              <a:solidFill>
                <a:srgbClr val="B0BEC5"/>
              </a:solidFill>
              <a:latin typeface="Calibri"/>
            </a:endParaRPr>
          </a:p>
          <a:p>
            <a:pPr algn="l"/>
            <a:endParaRPr lang="en-US" sz="1500" b="0" i="0" dirty="0">
              <a:solidFill>
                <a:srgbClr val="B0BEC5"/>
              </a:solidFill>
              <a:latin typeface="Calibri"/>
            </a:endParaRPr>
          </a:p>
          <a:p>
            <a:pPr algn="l"/>
            <a:endParaRPr lang="en-US" sz="1500" dirty="0">
              <a:solidFill>
                <a:srgbClr val="B0BEC5"/>
              </a:solidFill>
              <a:latin typeface="Calibri"/>
            </a:endParaRPr>
          </a:p>
          <a:p>
            <a:pPr algn="l"/>
            <a:endParaRPr lang="en-US" sz="1500" b="0" i="0" dirty="0">
              <a:solidFill>
                <a:srgbClr val="B0BEC5"/>
              </a:solidFill>
              <a:latin typeface="Calibri"/>
            </a:endParaRPr>
          </a:p>
          <a:p>
            <a:pPr algn="l"/>
            <a:endParaRPr lang="en-US" sz="1500" dirty="0">
              <a:solidFill>
                <a:srgbClr val="B0BEC5"/>
              </a:solidFill>
              <a:latin typeface="Calibri"/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By: Vikram Khanna</a:t>
            </a:r>
          </a:p>
          <a:p>
            <a:pPr algn="l"/>
            <a:endParaRPr sz="1500" b="0" i="0" dirty="0">
              <a:solidFill>
                <a:srgbClr val="B0BEC5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127" y="6163056"/>
            <a:ext cx="12188952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What we kept hearing from faculty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137160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E080"/>
                </a:solidFill>
                <a:latin typeface="Calibri"/>
              </a:rPr>
              <a:t>"I spend an entire weekend every semester just making slides. Copy from the textbook, format it,
add diagrams, make it look branded… and then I do it again for every module."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97480"/>
            <a:ext cx="3657600" cy="260604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⏱  40–60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wasted per faculty
member per semester
creating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697480"/>
            <a:ext cx="3657600" cy="260604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2697480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834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📋  Repetitive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3832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SLO documents already
exist — slides are just
a manual reformatting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697480"/>
            <a:ext cx="3657600" cy="260604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697480"/>
            <a:ext cx="3657600" cy="640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🎨  Inconsistent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3832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Every faculty has their
own format. No standard.
No branding. No structure.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46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Solution — CurriculAI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One upload. A full semester of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What if faculty only had to write what they already write?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Faculty already create SLO (Student Learning Outcome) documents for every course. CurriculAI reads those documents and automatically generates:
  •  A 9-slide branded presentation for every SLO
  •  A consolidated PDF learning material per module
  •  Everything structured, formatted, and ready to upload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097280"/>
            <a:ext cx="6035040" cy="502920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097280"/>
            <a:ext cx="603504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2344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102E"/>
                </a:solidFill>
                <a:latin typeface="Calibri"/>
              </a:rPr>
              <a:t>What comes out: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73736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D700"/>
                </a:solidFill>
                <a:latin typeface="Calibri"/>
              </a:rPr>
              <a:t>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8288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Branded PPT Presentations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377440"/>
            <a:ext cx="5486400" cy="9144"/>
          </a:xfrm>
          <a:prstGeom prst="rect">
            <a:avLst/>
          </a:prstGeom>
          <a:solidFill>
            <a:srgbClr val="142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274320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D700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8346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Module-level PDF Learning Materials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383280"/>
            <a:ext cx="5486400" cy="9144"/>
          </a:xfrm>
          <a:prstGeom prst="rect">
            <a:avLst/>
          </a:prstGeom>
          <a:solidFill>
            <a:srgbClr val="142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374904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D700"/>
                </a:solidFill>
                <a:latin typeface="Calibri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8404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Slide types per SLO  (What / Why / How / Diagram
  / Code / Use Case / Quiz / Summary)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389120"/>
            <a:ext cx="5486400" cy="9144"/>
          </a:xfrm>
          <a:prstGeom prst="rect">
            <a:avLst/>
          </a:prstGeom>
          <a:solidFill>
            <a:srgbClr val="142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475488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D700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8463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Click from faculty to trigger it 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394960"/>
            <a:ext cx="5486400" cy="9144"/>
          </a:xfrm>
          <a:prstGeom prst="rect">
            <a:avLst/>
          </a:prstGeom>
          <a:solidFill>
            <a:srgbClr val="142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40312" y="6446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Five steps. Fully automated.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103120" cy="4389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21031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Faculty Uploads
SLO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6032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PDF or DOCX with
course objectives via
our React web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306324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6312" y="1143000"/>
            <a:ext cx="2103120" cy="4389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96312" y="1143000"/>
            <a:ext cx="2103120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87752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102E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Gemini AI
Generates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256032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Google Gemini Flash
reads the SLOs and
builds structured JSON
for every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06324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64024" y="1143000"/>
            <a:ext cx="2103120" cy="4389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64024" y="1143000"/>
            <a:ext cx="2103120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55464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5464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n8n Orchestrates
the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256032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n8n workflow triggers
parsing, generation,
and build steps
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06324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31736" y="1143000"/>
            <a:ext cx="2103120" cy="4389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31736" y="1143000"/>
            <a:ext cx="210312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23176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65D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3176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PPTs &amp; PDFs
are Rendered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256032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python-pptx builds
branded slides.
ReportLab builds
the PDF narrative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3063240"/>
            <a:ext cx="155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102E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99448" y="1143000"/>
            <a:ext cx="2103120" cy="4389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99448" y="1143000"/>
            <a:ext cx="210312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90888" y="1280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173736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Faculty Downloads
or Portal Gets Updated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256032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Files are zipped
per module. Portal
upload is the
next step.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40312" y="6446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What we built it with —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657600" cy="2103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" cy="2103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  <a:latin typeface="Calibri"/>
              </a:rPr>
              <a:t>Google
Gemini 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The brain. Takes SLO text and returns
structured JSON for every slide — What,
Why, How, Diagram, Code, Quiz, Summary.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808" y="1143000"/>
            <a:ext cx="3657600" cy="2103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78808" y="1143000"/>
            <a:ext cx="73152" cy="2103120"/>
          </a:xfrm>
          <a:prstGeom prst="rect">
            <a:avLst/>
          </a:prstGeom>
          <a:solidFill>
            <a:srgbClr val="FF6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12801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900"/>
                </a:solidFill>
                <a:latin typeface="Calibri"/>
              </a:rPr>
              <a:t>n8n
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92024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Visual automation that ties everything
together. Triggers the Python pipeline,
handles retries, no glue code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143000"/>
            <a:ext cx="3657600" cy="2103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143000"/>
            <a:ext cx="73152" cy="2103120"/>
          </a:xfrm>
          <a:prstGeom prst="rect">
            <a:avLst/>
          </a:prstGeom>
          <a:solidFill>
            <a:srgbClr val="009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12801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D57"/>
                </a:solidFill>
                <a:latin typeface="Calibri"/>
              </a:rPr>
              <a:t>FastAPI +
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192024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Pipeline backbone. Parses SLOs, calls
Gemini, checkpoints progress after every
SLO so crashes don't lose your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29000"/>
            <a:ext cx="3657600" cy="2103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429000"/>
            <a:ext cx="73152" cy="2103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5661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React +
Vite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Faculty-facing UI. Drag-drop upload,
module selector, live terminal-style
progress log, per-module zip downloads.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8" y="3429000"/>
            <a:ext cx="3657600" cy="2103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78808" y="3429000"/>
            <a:ext cx="73152" cy="21031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8" y="35661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Calibri"/>
              </a:rPr>
              <a:t>python-pptx
+ ReportLab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20624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Renders Gemini's JSON into actual .pptx
files with SRM branding and PDF learning
materials per module.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3429000"/>
            <a:ext cx="3657600" cy="210312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83296" y="3429000"/>
            <a:ext cx="73152" cy="2103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66176" y="35661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  <a:latin typeface="Calibri"/>
              </a:rPr>
              <a:t>Checkpoint
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4206240"/>
            <a:ext cx="3337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After every SLO, progress is saved.
If the API rate-limits mid-run,
next run resumes exactly where it left off.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40312" y="6446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 Actually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Not a prototype. A working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651760" cy="146304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D700"/>
                </a:solidFill>
                <a:latin typeface="Calibri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  <a:latin typeface="Calibri"/>
              </a:rPr>
              <a:t>PPT Presentations
Generated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1188720"/>
            <a:ext cx="2651760" cy="146304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72968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FF99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0574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  <a:latin typeface="Calibri"/>
              </a:rPr>
              <a:t>Complete Modules
(Kubernetes, Docker, CI/CD…)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1616" y="1188720"/>
            <a:ext cx="2651760" cy="146304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71616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  <a:latin typeface="Calibr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20574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  <a:latin typeface="Calibri"/>
              </a:rPr>
              <a:t>Sessions per Module
Automated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70264" y="1188720"/>
            <a:ext cx="2651760" cy="146304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70264" y="1234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8102E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0574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  <a:latin typeface="Calibri"/>
              </a:rPr>
              <a:t>Free Tier API
(20 requests/day — we made it work)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834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Every auto-generated PPT contains: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37560"/>
            <a:ext cx="3657600" cy="530352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6400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3429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01  Title Slide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337560"/>
            <a:ext cx="3657600" cy="530352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3337560"/>
            <a:ext cx="6400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3429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02  What Is It?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337560"/>
            <a:ext cx="3657600" cy="530352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337560"/>
            <a:ext cx="6400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3429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03  Why Does It Matter?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59352"/>
            <a:ext cx="3657600" cy="530352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959352"/>
            <a:ext cx="6400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050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04  How It Works (Steps)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3959352"/>
            <a:ext cx="3657600" cy="530352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51960" y="3959352"/>
            <a:ext cx="6400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6552" y="4050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05  Architecture Diagram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959352"/>
            <a:ext cx="3657600" cy="530352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3959352"/>
            <a:ext cx="6400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02752" y="4050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06  Live Code Example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581144"/>
            <a:ext cx="3657600" cy="530352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4581144"/>
            <a:ext cx="6400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46725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07  Real-World Use Case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60" y="4581144"/>
            <a:ext cx="3657600" cy="530352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51960" y="4581144"/>
            <a:ext cx="6400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16552" y="46725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08  Quiz + Challenge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4581144"/>
            <a:ext cx="3657600" cy="530352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38160" y="4581144"/>
            <a:ext cx="6400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02752" y="467258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09  Key Takeaways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40312" y="6446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Impact &amp;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  <a:latin typeface="Calibri"/>
              </a:rPr>
              <a:t>Where this goes from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Calibri"/>
              </a:rPr>
              <a:t>Who this helps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5394960" cy="91440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🎓  Faculty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Upload one document. Walk away with a
complete set of slides for the whole semester.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61488"/>
            <a:ext cx="5394960" cy="91440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🏫  Institutions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18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Consistent, branded, structured content
across all courses. No chasing faculty for slides.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85616"/>
            <a:ext cx="5394960" cy="91440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8770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👩‍💻 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428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Better-quality, more structured learning
material in their hands faster.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097280"/>
            <a:ext cx="36576" cy="5029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1430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What's coming next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37360"/>
            <a:ext cx="5760720" cy="86868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1737360"/>
            <a:ext cx="64008" cy="868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Portal 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48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Auto-upload generated content
directly to the e-curricula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1920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A500"/>
                </a:solidFill>
                <a:latin typeface="Calibri"/>
              </a:rPr>
              <a:t>In Progress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724912"/>
            <a:ext cx="5760720" cy="86868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2724912"/>
            <a:ext cx="64008" cy="86868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2770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Multi-Course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1363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Faculty picks their course code.
System configures itself.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29077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8DB8"/>
                </a:solidFill>
                <a:latin typeface="Calibri"/>
              </a:rPr>
              <a:t>Planned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712464"/>
            <a:ext cx="5760720" cy="86868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3712464"/>
            <a:ext cx="64008" cy="86868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7581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Source Doc Ingestion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412394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Feed actual textbook PDFs.
Gemini grounds content in real material.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8953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8DB8"/>
                </a:solidFill>
                <a:latin typeface="Calibri"/>
              </a:rPr>
              <a:t>Planned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700016"/>
            <a:ext cx="5760720" cy="868680"/>
          </a:xfrm>
          <a:prstGeom prst="rect">
            <a:avLst/>
          </a:prstGeom>
          <a:solidFill>
            <a:srgbClr val="142645"/>
          </a:solidFill>
          <a:ln w="6350">
            <a:solidFill>
              <a:srgbClr val="2A3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26480" y="4700016"/>
            <a:ext cx="64008" cy="86868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47457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Faculty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11149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  <a:latin typeface="Calibri"/>
              </a:rPr>
              <a:t>Track generation history,
regenerate specific sessions.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8828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8DB8"/>
                </a:solidFill>
                <a:latin typeface="Calibri"/>
              </a:rPr>
              <a:t>Planned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40312" y="6446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BEC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773</Words>
  <Application>Microsoft Macintosh PowerPoint</Application>
  <PresentationFormat>Custom</PresentationFormat>
  <Paragraphs>115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VIKRAM KHANNA (RA2411030010411)</cp:lastModifiedBy>
  <cp:revision>2</cp:revision>
  <dcterms:created xsi:type="dcterms:W3CDTF">2013-01-27T09:14:16Z</dcterms:created>
  <dcterms:modified xsi:type="dcterms:W3CDTF">2026-05-25T18:05:45Z</dcterms:modified>
  <cp:category/>
</cp:coreProperties>
</file>